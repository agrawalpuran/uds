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6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anmal Agrawal" userId="40b1e8c6-db4f-48a2-86dc-a3e265427d64" providerId="ADAL" clId="{139DEF3E-F42A-462D-8640-21B25DF0BDF0}"/>
    <pc:docChg chg="custSel modSld">
      <pc:chgData name="Puranmal Agrawal" userId="40b1e8c6-db4f-48a2-86dc-a3e265427d64" providerId="ADAL" clId="{139DEF3E-F42A-462D-8640-21B25DF0BDF0}" dt="2025-11-29T07:16:06.731" v="219" actId="1035"/>
      <pc:docMkLst>
        <pc:docMk/>
      </pc:docMkLst>
      <pc:sldChg chg="modSp mod">
        <pc:chgData name="Puranmal Agrawal" userId="40b1e8c6-db4f-48a2-86dc-a3e265427d64" providerId="ADAL" clId="{139DEF3E-F42A-462D-8640-21B25DF0BDF0}" dt="2025-11-29T07:14:41.869" v="23" actId="1035"/>
        <pc:sldMkLst>
          <pc:docMk/>
          <pc:sldMk cId="0" sldId="256"/>
        </pc:sldMkLst>
        <pc:spChg chg="mod">
          <ac:chgData name="Puranmal Agrawal" userId="40b1e8c6-db4f-48a2-86dc-a3e265427d64" providerId="ADAL" clId="{139DEF3E-F42A-462D-8640-21B25DF0BDF0}" dt="2025-11-29T07:14:18.912" v="0" actId="404"/>
          <ac:spMkLst>
            <pc:docMk/>
            <pc:sldMk cId="0" sldId="256"/>
            <ac:spMk id="2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4:37.346" v="14" actId="1035"/>
          <ac:spMkLst>
            <pc:docMk/>
            <pc:sldMk cId="0" sldId="256"/>
            <ac:spMk id="3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4:37.346" v="14" actId="1035"/>
          <ac:spMkLst>
            <pc:docMk/>
            <pc:sldMk cId="0" sldId="256"/>
            <ac:spMk id="4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4:37.346" v="14" actId="1035"/>
          <ac:spMkLst>
            <pc:docMk/>
            <pc:sldMk cId="0" sldId="256"/>
            <ac:spMk id="5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4:37.346" v="14" actId="1035"/>
          <ac:spMkLst>
            <pc:docMk/>
            <pc:sldMk cId="0" sldId="256"/>
            <ac:spMk id="6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4:41.869" v="23" actId="1035"/>
          <ac:spMkLst>
            <pc:docMk/>
            <pc:sldMk cId="0" sldId="256"/>
            <ac:spMk id="7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4:18.912" v="0" actId="404"/>
          <ac:spMkLst>
            <pc:docMk/>
            <pc:sldMk cId="0" sldId="256"/>
            <ac:spMk id="8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4:18.912" v="0" actId="404"/>
          <ac:spMkLst>
            <pc:docMk/>
            <pc:sldMk cId="0" sldId="256"/>
            <ac:spMk id="9" creationId="{00000000-0000-0000-0000-000000000000}"/>
          </ac:spMkLst>
        </pc:spChg>
      </pc:sldChg>
      <pc:sldChg chg="delSp modSp mod">
        <pc:chgData name="Puranmal Agrawal" userId="40b1e8c6-db4f-48a2-86dc-a3e265427d64" providerId="ADAL" clId="{139DEF3E-F42A-462D-8640-21B25DF0BDF0}" dt="2025-11-29T07:15:47.982" v="172" actId="478"/>
        <pc:sldMkLst>
          <pc:docMk/>
          <pc:sldMk cId="0" sldId="257"/>
        </pc:sldMkLst>
        <pc:spChg chg="del mod">
          <ac:chgData name="Puranmal Agrawal" userId="40b1e8c6-db4f-48a2-86dc-a3e265427d64" providerId="ADAL" clId="{139DEF3E-F42A-462D-8640-21B25DF0BDF0}" dt="2025-11-29T07:15:47.982" v="172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22.329" v="131" actId="1035"/>
          <ac:spMkLst>
            <pc:docMk/>
            <pc:sldMk cId="0" sldId="257"/>
            <ac:spMk id="3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22.329" v="131" actId="1035"/>
          <ac:spMkLst>
            <pc:docMk/>
            <pc:sldMk cId="0" sldId="257"/>
            <ac:spMk id="4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22.329" v="131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22.329" v="131" actId="1035"/>
          <ac:spMkLst>
            <pc:docMk/>
            <pc:sldMk cId="0" sldId="257"/>
            <ac:spMk id="6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22.329" v="131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22.329" v="131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22.329" v="131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34.304" v="171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34.304" v="171" actId="103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5:34.304" v="171" actId="1035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Puranmal Agrawal" userId="40b1e8c6-db4f-48a2-86dc-a3e265427d64" providerId="ADAL" clId="{139DEF3E-F42A-462D-8640-21B25DF0BDF0}" dt="2025-11-29T07:16:06.731" v="219" actId="1035"/>
        <pc:sldMkLst>
          <pc:docMk/>
          <pc:sldMk cId="0" sldId="258"/>
        </pc:sldMkLst>
        <pc:spChg chg="mod">
          <ac:chgData name="Puranmal Agrawal" userId="40b1e8c6-db4f-48a2-86dc-a3e265427d64" providerId="ADAL" clId="{139DEF3E-F42A-462D-8640-21B25DF0BDF0}" dt="2025-11-29T07:16:06.731" v="219" actId="1035"/>
          <ac:spMkLst>
            <pc:docMk/>
            <pc:sldMk cId="0" sldId="258"/>
            <ac:spMk id="2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6:06.731" v="219" actId="1035"/>
          <ac:spMkLst>
            <pc:docMk/>
            <pc:sldMk cId="0" sldId="258"/>
            <ac:spMk id="3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6:06.731" v="219" actId="1035"/>
          <ac:spMkLst>
            <pc:docMk/>
            <pc:sldMk cId="0" sldId="258"/>
            <ac:spMk id="4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6:06.731" v="219" actId="1035"/>
          <ac:spMkLst>
            <pc:docMk/>
            <pc:sldMk cId="0" sldId="258"/>
            <ac:spMk id="5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6:06.731" v="219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6:06.731" v="219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Puranmal Agrawal" userId="40b1e8c6-db4f-48a2-86dc-a3e265427d64" providerId="ADAL" clId="{139DEF3E-F42A-462D-8640-21B25DF0BDF0}" dt="2025-11-29T07:16:06.731" v="219" actId="1035"/>
          <ac:spMkLst>
            <pc:docMk/>
            <pc:sldMk cId="0" sldId="258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94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4788"/>
                </a:solidFill>
              </a:rPr>
              <a:t>Uniform Distribution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6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66666"/>
                </a:solidFill>
              </a:rPr>
              <a:t>Automate. Track. Manage.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9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</a:rPr>
              <a:t>What It Does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45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</a:rPr>
              <a:t>A cloud-based platform that automates uniform distribution for companies with distributed workforces.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8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</a:rPr>
              <a:t>Key Features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9643" y="3181838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33333"/>
                </a:solidFill>
              </a:rPr>
              <a:t>Automated Eligibility Tracking - Know who can order what, whenMulti-Role Dashboards - Separate portals for Admins, Employees, VendorsApproval Workflow - Streamlined order approvals with real-time trackingBulk Operations - Process hundreds of employees in minutesCloud-Based - Access from anywhere, secure and scalable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788"/>
                </a:solidFill>
              </a:rPr>
              <a:t>Perfect For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6675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</a:rPr>
              <a:t>Airlines | Hospitality | Retail | Healthcare | Any organization managing uniforms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78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</a:rPr>
              <a:t>Business Impact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6270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⚡ Save Time - Reduce administrative work by 60%+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75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💰 Control Costs - Enforce eligibility rules automatically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243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📊 Gain Visibility - Real-time tracking of all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72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🔒 Ensure Compliance - Complete audit trails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215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📈 Scale Easily - Grows with your organization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78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</a:rPr>
              <a:t>Technology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03520" y="627032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333333"/>
                </a:solidFill>
              </a:rPr>
              <a:t>Modern Stack - Next.js, MongoDB, Cloud InfrastructureEnterprise-Grade - Secure, reliable, fastQuick Implementation - 2-3 weeks to go-liveOngoing Support - Training and updates included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8536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9340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</a:rPr>
              <a:t>📞 Demo - See it in action  |  🎨 Customize - Tailored to your needs  |  🚀 Deploy - Fast implementation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6655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1F4788"/>
                </a:solidFill>
              </a:rPr>
              <a:t>Ready to transform your uniform distribution process?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447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4788"/>
                </a:solidFill>
              </a:rPr>
              <a:t>System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47167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</a:rPr>
              <a:t>For Administrators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795807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</a:rPr>
              <a:t>Real-time dashboard analyticsBulk employee managementStreamlined approval workflowCatalog and inventory control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247167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</a:rPr>
              <a:t>For Employees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03520" y="1795807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33333"/>
                </a:solidFill>
              </a:rPr>
              <a:t>Self-service ordering portalClear eligibility visibilityMobile-friendly accessComplete order history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9036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</a:rPr>
              <a:t>Key Metrics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539007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</a:rPr>
              <a:t>60%+ Time Savings  |  2-3 Weeks Implementation  |  99.9% Uptime  |  Multi-Company Support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235</Words>
  <Application>Microsoft Office PowerPoint</Application>
  <PresentationFormat>On-screen Show (16:9)</PresentationFormat>
  <Paragraphs>29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CSG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Uniform Distribution System</dc:title>
  <dc:subject>Product Presentation</dc:subject>
  <dc:creator>Uniform Distribution System</dc:creator>
  <cp:lastModifiedBy>Puranmal Agrawal</cp:lastModifiedBy>
  <cp:revision>1</cp:revision>
  <dcterms:created xsi:type="dcterms:W3CDTF">2025-11-29T07:11:26Z</dcterms:created>
  <dcterms:modified xsi:type="dcterms:W3CDTF">2025-11-29T07:16:08Z</dcterms:modified>
</cp:coreProperties>
</file>